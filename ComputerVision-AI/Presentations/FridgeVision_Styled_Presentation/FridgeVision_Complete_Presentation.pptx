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Fridge Inventory Detection Using YOLO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Final Project – Computer Vision</a:t>
            </a:r>
          </a:p>
          <a:p>
            <a:pPr/>
            <a:r>
              <a:t>Goal: Detect grocery items using YOLOv8</a:t>
            </a:r>
          </a:p>
          <a:p>
            <a:pPr/>
            <a:r>
              <a:t>Dataset: GroceryStoreDataset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3657600" cy="27432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Manual fridge inventory is slow and error‑prone.</a:t>
            </a:r>
          </a:p>
          <a:p>
            <a:pPr/>
            <a:r>
              <a:t>Need an automated system to detect grocery items from images.</a:t>
            </a:r>
          </a:p>
          <a:p>
            <a:pPr/>
            <a:r>
              <a:t>Solution: A YOLO‑based real‑time detection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Reduce food waste through better tracking.</a:t>
            </a:r>
          </a:p>
          <a:p>
            <a:pPr/>
            <a:r>
              <a:t>Enable smart‑fridge technologies.</a:t>
            </a:r>
          </a:p>
          <a:p>
            <a:pPr/>
            <a:r>
              <a:t>Explore application of modern CV models (YOLOv8).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Dataset: GroceryStoreDataset (GitHub).</a:t>
            </a:r>
          </a:p>
          <a:p>
            <a:pPr/>
            <a:r>
              <a:t>Contains thousands of product images across 81 classes.</a:t>
            </a:r>
          </a:p>
          <a:p>
            <a:pPr/>
            <a:r>
              <a:t>Includes train/val/test split text files.</a:t>
            </a:r>
          </a:p>
          <a:p>
            <a:pPr/>
            <a:r>
              <a:t>We downloaded the dataset via Git clone.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3657600" cy="27432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Clone GroceryStoreDataset repo.</a:t>
            </a:r>
          </a:p>
          <a:p>
            <a:pPr/>
            <a:r>
              <a:t>2. Parse classes.csv containing IDs and class names.</a:t>
            </a:r>
          </a:p>
          <a:p>
            <a:pPr/>
            <a:r>
              <a:t>3. Convert dataset to YOLO format (images + labels).</a:t>
            </a:r>
          </a:p>
          <a:p>
            <a:pPr/>
            <a:r>
              <a:t>4. Fix formatting issues such as commas in label files.</a:t>
            </a:r>
          </a:p>
          <a:p>
            <a:pPr/>
            <a:r>
              <a:t>5. Auto‑generate grocery_data.yaml with class 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 Conversion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Read class mappings: 'Class ID (int)' → 'Class Name (str)'</a:t>
            </a:r>
          </a:p>
          <a:p>
            <a:pPr/>
            <a:r>
              <a:t>Created train/val/test directories for images &amp; labels.</a:t>
            </a:r>
          </a:p>
          <a:p>
            <a:pPr/>
            <a:r>
              <a:t>Copied images into YOLO folder with new filenames.</a:t>
            </a:r>
          </a:p>
          <a:p>
            <a:pPr/>
            <a:r>
              <a:t>Generated bounding box labels using YOLO format.</a:t>
            </a:r>
          </a:p>
          <a:p>
            <a:pPr/>
            <a:r>
              <a:t>Wrote YAML config file for training.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3657600" cy="27432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Installed ultralytics package.</a:t>
            </a:r>
          </a:p>
          <a:p>
            <a:pPr/>
            <a:r>
              <a:t>Model: YOLOv8 (from ultralytics library).</a:t>
            </a:r>
          </a:p>
          <a:p>
            <a:pPr/>
            <a:r>
              <a:t>Training performed using structured dataset.</a:t>
            </a:r>
          </a:p>
          <a:p>
            <a:pPr/>
            <a:r>
              <a:t>Used grocery_data.yaml for class definitions.</a:t>
            </a:r>
          </a:p>
          <a:p>
            <a:pPr/>
            <a:r>
              <a:t>Model learns 81 grocery item classes.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3657600" cy="27432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YOLOv8 includes:</a:t>
            </a:r>
          </a:p>
          <a:p>
            <a:pPr/>
            <a:r>
              <a:t>• Backbone (feature extraction)</a:t>
            </a:r>
          </a:p>
          <a:p>
            <a:pPr/>
            <a:r>
              <a:t>• Neck (feature fusion)</a:t>
            </a:r>
          </a:p>
          <a:p>
            <a:pPr/>
            <a:r>
              <a:t>• Head (detection predictions)</a:t>
            </a:r>
          </a:p>
          <a:p>
            <a:pPr/>
            <a:r>
              <a:t>Outputs: class, bounding box, confidence.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3657600" cy="27432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Placeholder for detection visuals:</a:t>
            </a:r>
          </a:p>
          <a:p>
            <a:pPr/>
            <a:r>
              <a:t>• Bounding boxes around grocery items</a:t>
            </a:r>
          </a:p>
          <a:p>
            <a:pPr/>
            <a:r>
              <a:t>• Class labels with confidence scores</a:t>
            </a:r>
          </a:p>
          <a:p>
            <a:pPr/>
            <a:r>
              <a:t>• Real‑time inference capability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3657600" cy="27432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User provides an image of groceries/fridge contents.</a:t>
            </a:r>
          </a:p>
          <a:p>
            <a:pPr/>
            <a:r>
              <a:t>2. YOLO model performs inference.</a:t>
            </a:r>
          </a:p>
          <a:p>
            <a:pPr/>
            <a:r>
              <a:t>3. Detected items displayed with bounding boxes.</a:t>
            </a:r>
          </a:p>
          <a:p>
            <a:pPr/>
            <a:r>
              <a:t>4. System logs class names for inventory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3657600" cy="27432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Dataset variations in lighting/backgrounds.</a:t>
            </a:r>
          </a:p>
          <a:p>
            <a:pPr/>
            <a:r>
              <a:t>Data imbalance between certain grocery classes.</a:t>
            </a:r>
          </a:p>
          <a:p>
            <a:pPr/>
            <a:r>
              <a:t>Bounding boxes in dataset were simplistic; we used full‑image boxes.</a:t>
            </a:r>
          </a:p>
          <a:p>
            <a:pPr/>
            <a:r>
              <a:t>Training compute constraints in Colab.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 real bounding box annotations.</a:t>
            </a:r>
          </a:p>
          <a:p>
            <a:pPr/>
            <a:r>
              <a:t>Deploy as mobile app or fridge camera system.</a:t>
            </a:r>
          </a:p>
          <a:p>
            <a:pPr/>
            <a:r>
              <a:t>Improve generalization using augmentation.</a:t>
            </a:r>
          </a:p>
          <a:p>
            <a:pPr/>
            <a:r>
              <a:t>Integrate expiration date OCR.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